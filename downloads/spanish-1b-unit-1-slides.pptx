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Welcome-back slide. Frame this unit as building directly on what students already know from 1A.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a rapid-fire oral review before moving into new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this is the same pattern shape as -ar verbs, just with e instead of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escribimos vs comemos -- that's the only form where -er and -ir verbs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fact worth over-emphasizing today -- everything else about -er/-ir is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build one original sentence with each verb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clarifiers matter most with gustar-type verbs -- preview that connection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season it currently is and have them name it in Spanish before continuing.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today's real forecast and have students describe it in Spanish as a live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back to Minnesota -- ask where students have seen or heard Spanish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pairs building one full weekend-plan sentence combining a verb, the weather, and a clarifier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1B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Unit 1: Review y El Ritmo de la Vida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review of Spanish 1A, then weekend plans, weather, and new verbs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607040" y="5120640"/>
            <a:ext cx="1463040" cy="1463040"/>
          </a:xfrm>
          <a:prstGeom prst="ellipse">
            <a:avLst/>
          </a:prstGeom>
          <a:solidFill>
            <a:srgbClr val="9FE7F5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6035040"/>
            <a:ext cx="822960" cy="822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You Already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llamo..., Mucho gusto, ¿De dónde eres?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9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soy, eres, es, somos, son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118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Gender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136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 usually masculine, -a usually feminine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262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Numbers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28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___ años, numbers 1-30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1737360"/>
            <a:ext cx="4937760" cy="3291840"/>
          </a:xfrm>
          <a:prstGeom prst="roundRect">
            <a:avLst>
              <a:gd name="adj" fmla="val 4167"/>
            </a:avLst>
          </a:prstGeom>
          <a:solidFill>
            <a:srgbClr val="9FE7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1737360"/>
            <a:ext cx="4937760" cy="329184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week: review.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Next: brand-new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verbs and vocabulary.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 Verb Family: -Er Verbs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 (to eat)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 / ella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nosotros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ellos / ellas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2194560"/>
            <a:ext cx="4937760" cy="2743200"/>
          </a:xfrm>
          <a:prstGeom prst="roundRect">
            <a:avLst>
              <a:gd name="adj" fmla="val 3333"/>
            </a:avLst>
          </a:prstGeom>
          <a:solidFill>
            <a:srgbClr val="9FE7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2331720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-o  -es  -e  -emos  -en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-er ending pattern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 Verb Family: -Ir Verbs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escribir (to write)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 / ella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nosotros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escribimos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ellos / ellas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2194560"/>
            <a:ext cx="4937760" cy="2743200"/>
          </a:xfrm>
          <a:prstGeom prst="roundRect">
            <a:avLst>
              <a:gd name="adj" fmla="val 3333"/>
            </a:avLst>
          </a:prstGeom>
          <a:solidFill>
            <a:srgbClr val="9FE7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2331720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-o  -es  -e  -imos  -en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-ir ending pattern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-Er vs. -Ir: Spot the Difference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4754880" cy="3474720"/>
          </a:xfrm>
          <a:prstGeom prst="roundRect">
            <a:avLst>
              <a:gd name="adj" fmla="val 2632"/>
            </a:avLst>
          </a:prstGeom>
          <a:solidFill>
            <a:srgbClr val="F7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comemos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 nosotros form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4754880" cy="3474720"/>
          </a:xfrm>
          <a:prstGeom prst="roundRect">
            <a:avLst>
              <a:gd name="adj" fmla="val 2632"/>
            </a:avLst>
          </a:prstGeom>
          <a:solidFill>
            <a:srgbClr val="F7F7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205740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escribimos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-ir nosotros form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nosotros form is different between these two verb families.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Weekend Activity Verbs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read -- Yo leo un libro.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9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-- Corremos en el parque.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0848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-- Escribo mensajes.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697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999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 -- Compartimos la pizza.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Clarifier Phrases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424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7432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nosotros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you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ustedes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you 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él / a ella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him / 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ellos / a ellas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them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Seasons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2606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primavera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2057400"/>
            <a:ext cx="2606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verano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2057400"/>
            <a:ext cx="2606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otoño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06840" y="2057400"/>
            <a:ext cx="2606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invierno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Weather Expressions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sol / Hace calor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sunny / It's hot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❄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frío / Nieva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9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cold / It's snowing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☁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viento / Llueve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0848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windy / It's raining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697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tiempo hace?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999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weather like?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Connection: Florida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023360"/>
          </a:xfrm>
          <a:prstGeom prst="roundRect">
            <a:avLst>
              <a:gd name="adj" fmla="val 3409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video takes us to Florida -- a U.S. state with a large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Spanish-speaking population. Notice how Spanish shows up 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American life, not just abroad.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 / -Ir Verbs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identical endings; only nosotros differs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0604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0779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él, a ellos, etc. specify exactly who you mean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2900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Seasons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3075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sol, hace frío, llueve, nieva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25196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now...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55371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weekend plans and the weather together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2026-09-03T17:54:52Z</dcterms:created>
  <dcterms:modified xsi:type="dcterms:W3CDTF">2026-09-03T17:54:52Z</dcterms:modified>
</cp:coreProperties>
</file>